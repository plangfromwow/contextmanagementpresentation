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Engineering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AI Coding Agents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AI to Deliver Real Results in Our Microservice Codebase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00400" y="3840480"/>
            <a:ext cx="2743200" cy="27432"/>
          </a:xfrm>
          <a:prstGeom prst="rect">
            <a:avLst/>
          </a:prstGeom>
          <a:solidFill>
            <a:srgbClr val="3D4E8A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638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AI in Complex Codebases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34747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 Study Findings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code often results in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diminishing perceived productivity gains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are </a:t>
            </a:r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counter-productive</a:t>
            </a:r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large established codebases and complex tasks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greenfield. Struggles with brownfield.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73152" cy="3474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Teams Say</a:t>
            </a:r>
            <a:endParaRPr lang="en-US" sz="18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87452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4068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"Too much slop."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46888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4068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"Tech debt factory."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0632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40680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"Doesn't work in big repos."</a:t>
            </a:r>
            <a:endParaRPr lang="en-US" sz="14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65760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4068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"Doesn't work for complex systems."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8638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Root Cause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463040"/>
          </a:xfrm>
          <a:prstGeom prst="rect">
            <a:avLst/>
          </a:prstGeom>
          <a:solidFill>
            <a:srgbClr val="2A35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17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280160"/>
            <a:ext cx="6309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 are stateless functions. The context window is the ONLY lever you have to affect output quality.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3017520"/>
            <a:ext cx="1828800" cy="1645920"/>
          </a:xfrm>
          <a:prstGeom prst="rect">
            <a:avLst/>
          </a:prstGeom>
          <a:solidFill>
            <a:srgbClr val="2A35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1546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Correctness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3152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wrong information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743200" y="3017520"/>
            <a:ext cx="1828800" cy="1645920"/>
          </a:xfrm>
          <a:prstGeom prst="rect">
            <a:avLst/>
          </a:prstGeom>
          <a:solidFill>
            <a:srgbClr val="2A35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1546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4320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Completeness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274320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context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754880" y="3017520"/>
            <a:ext cx="1828800" cy="1645920"/>
          </a:xfrm>
          <a:prstGeom prst="rect">
            <a:avLst/>
          </a:prstGeom>
          <a:solidFill>
            <a:srgbClr val="2A35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15468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5488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475488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noise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766560" y="3017520"/>
            <a:ext cx="1828800" cy="1645920"/>
          </a:xfrm>
          <a:prstGeom prst="rect">
            <a:avLst/>
          </a:prstGeom>
          <a:solidFill>
            <a:srgbClr val="2A35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315468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76656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Trajectory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676656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on track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78638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Naive Approach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most of us start with AI coding agents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3200400"/>
          </a:xfrm>
          <a:prstGeom prst="rect">
            <a:avLst/>
          </a:prstGeom>
          <a:solidFill>
            <a:srgbClr val="F8717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Until It Breaks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1031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back and forth until you: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out of context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up in frustration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starts apologizing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fills with glob/grep/read noise, leaving little room for actual problem-solving.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63040"/>
            <a:ext cx="73152" cy="3200400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600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Over With Steering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074920" y="21031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sessions with more guidance: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XYZ approach because ABC won't work"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Better, but still reactive. You're fixing errors after they happen instead of preventing them.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8638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Intentional Compaction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breakthrough: treat context as a managed resource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32004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Eats Context?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files across services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code flow &amp; dependencies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and reverting edits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Test/build output logs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931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JSON blobs from tool calls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63040"/>
            <a:ext cx="73152" cy="32004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1554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74920" y="21031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and distill work into structured artifacts before context fills up.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everything so far to progress.md — the goal, approach, steps done, and current issue."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context utilization in the 40-60% range.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638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Framework: Research, Plan, Implement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your entire workflow around context management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0320" cy="3017520"/>
          </a:xfrm>
          <a:prstGeom prst="rect">
            <a:avLst/>
          </a:prstGeom>
          <a:solidFill>
            <a:srgbClr val="2A35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256032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1828800"/>
            <a:ext cx="548640" cy="548640"/>
          </a:xfrm>
          <a:prstGeom prst="oval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codebase, relevant files, data flow, and potential causes. Use subagents to keep the main context clean.</a:t>
            </a:r>
            <a:endParaRPr lang="en-US" sz="12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7248" y="2880360"/>
            <a:ext cx="137160" cy="1371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291840" y="1554480"/>
            <a:ext cx="2560320" cy="3017520"/>
          </a:xfrm>
          <a:prstGeom prst="rect">
            <a:avLst/>
          </a:prstGeom>
          <a:solidFill>
            <a:srgbClr val="2A35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554480"/>
            <a:ext cx="2560320" cy="73152"/>
          </a:xfrm>
          <a:prstGeom prst="rect">
            <a:avLst/>
          </a:prstGeom>
          <a:solidFill>
            <a:srgbClr val="5BA3F5"/>
          </a:solidFill>
          <a:ln/>
        </p:spPr>
      </p:sp>
      <p:sp>
        <p:nvSpPr>
          <p:cNvPr id="13" name="Shape 10"/>
          <p:cNvSpPr/>
          <p:nvPr/>
        </p:nvSpPr>
        <p:spPr>
          <a:xfrm>
            <a:off x="4297680" y="1828800"/>
            <a:ext cx="548640" cy="548640"/>
          </a:xfrm>
          <a:prstGeom prst="oval">
            <a:avLst/>
          </a:prstGeom>
          <a:solidFill>
            <a:srgbClr val="5BA3F5"/>
          </a:solidFill>
          <a:ln/>
        </p:spPr>
      </p:sp>
      <p:sp>
        <p:nvSpPr>
          <p:cNvPr id="14" name="Text 11"/>
          <p:cNvSpPr/>
          <p:nvPr/>
        </p:nvSpPr>
        <p:spPr>
          <a:xfrm>
            <a:off x="42976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291840" y="2560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74720" y="30632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exact steps, files to edit, and precise testing/verification for each phase. Human reviews the plan.</a:t>
            </a:r>
            <a:endParaRPr lang="en-US" sz="12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880360"/>
            <a:ext cx="137160" cy="13716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035040" y="1554480"/>
            <a:ext cx="2560320" cy="3017520"/>
          </a:xfrm>
          <a:prstGeom prst="rect">
            <a:avLst/>
          </a:prstGeom>
          <a:solidFill>
            <a:srgbClr val="2A35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0" y="1554480"/>
            <a:ext cx="256032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0" name="Shape 16"/>
          <p:cNvSpPr/>
          <p:nvPr/>
        </p:nvSpPr>
        <p:spPr>
          <a:xfrm>
            <a:off x="7040880" y="1828800"/>
            <a:ext cx="548640" cy="548640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21" name="Text 17"/>
          <p:cNvSpPr/>
          <p:nvPr/>
        </p:nvSpPr>
        <p:spPr>
          <a:xfrm>
            <a:off x="70408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035040" y="2560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6217920" y="30632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phase by phase. Compact status back into the plan file after each phase is verified.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78638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Sub-Agents: Context Control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aren't about role-playing. They're about keeping context clean.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320040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1031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agent stays focused on the task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do searching/summarizing in a fresh context window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return as compact, structured summaries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context never fills with glob/grep/read noise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63040"/>
            <a:ext cx="73152" cy="320040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600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Agents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074920" y="2148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codebase-locator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72084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WHERE files live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7492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codebase-analyzer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72084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code works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074920" y="3063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pattern-finder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72084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similar implementations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074920" y="3520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database-query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72084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schemas &amp; data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74920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docs-locator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72084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existing documentation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8638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Leverage: Where to Focus Review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solidFill>
            <a:srgbClr val="2A35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801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1430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bad line of code is a bad line. A bad line in a plan leads to hundreds of bad lines. A bad line of research leads to thousands.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3200400"/>
            <a:ext cx="2560320" cy="1280160"/>
          </a:xfrm>
          <a:prstGeom prst="rect">
            <a:avLst/>
          </a:prstGeom>
          <a:solidFill>
            <a:srgbClr val="F87171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3337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Review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4023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bugs line by line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2834640"/>
            <a:ext cx="2560320" cy="1645920"/>
          </a:xfrm>
          <a:prstGeom prst="rect">
            <a:avLst/>
          </a:prstGeom>
          <a:solidFill>
            <a:srgbClr val="FBBF24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7472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7472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Review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611880" y="4023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wrong approaches before 100s of lines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2468880"/>
            <a:ext cx="2560320" cy="2011680"/>
          </a:xfrm>
          <a:prstGeom prst="rect">
            <a:avLst/>
          </a:prstGeom>
          <a:solidFill>
            <a:srgbClr val="34D399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Review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355080" y="4023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wrong assumptions before 1000s of lines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8638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for Our Microservices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Cross-Service Context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8745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feature may touch 4-5 services. Without context steering, the agent only sees one service at a time.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Contracts &amp; Schemas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937760" y="18745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contracts, message formats, and shared DTOs must stay consistent. Research agents can map dependencies first.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108960"/>
            <a:ext cx="3931920" cy="164592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918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 Data Flows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080" y="37947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queues, and async patterns that span services. Plans need to capture the full flow before coding begins.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54880" y="3108960"/>
            <a:ext cx="3931920" cy="164592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918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Mental Alignment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37760" y="37947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writes 90% of the code, specs and plans become the shared language. Review plans, not just PRs.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8638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Tooling: Copilot CLI &amp; Instruction Files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38328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CLI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1691640"/>
            <a:ext cx="3383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npm install -g @github/copilot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Commands: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/model  — select AI model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/init   — setup instructions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@file   — include files in context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we use: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Claude Opus 4.6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GPT-5.3-Codex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instruction files automatically from the repo.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73152" cy="338328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2344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 File Hierarchy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074920" y="1783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4924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/ AGENTS.md (git root)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74920" y="22860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4924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.github/instructions/**/*.instructions.md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74920" y="27889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34924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.github/copilot-instructions.md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74920" y="3291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34924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$HOME/.copilot/copilot-instructions.md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074920" y="3794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34924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COPILOT_CUSTOM_INSTRUCTIONS_DIRS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8638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.github Folder: Your AI Config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2A35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Folder Structure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17830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agents/              # Specialized subagents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prompts/             # Reusable templates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skills/              # Extended capabilities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copilot-instructions.md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2A35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0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agents/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0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helpers for research, analysis, pattern-finding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prompts/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templates for research, planning, handoffs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capabilities: docx, pdf, xlsx, pptx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copilot-instructions.md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0" y="3566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what the project is, core principles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638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Results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teams applying context engineering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310896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256032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35k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in 7 hours on a 300k LOC Rust codebase (BAML)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560320" cy="310896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463040"/>
            <a:ext cx="256032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29184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/ day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01752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output per developer with research/plan/implement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2560320" cy="310896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463040"/>
            <a:ext cx="2560320" cy="54864"/>
          </a:xfrm>
          <a:prstGeom prst="rect">
            <a:avLst/>
          </a:prstGeom>
          <a:solidFill>
            <a:srgbClr val="5BA3F5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5BA3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03504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in 8 days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301752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an intern on their first week using this workflow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638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Assessment: This Is Not Magic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brownfield codebases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240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complex problems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697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merge-worthy code (no slop)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3154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team mental alignment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3611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become shared documentation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097280"/>
            <a:ext cx="73152" cy="3474720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2344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3212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Out For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507492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engage deeply — no autopilot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074920" y="2240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can be wrong — always verify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74920" y="2697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dependency trees can mislead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074920" y="3154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at least one domain expert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074920" y="3611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problems are just hard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8638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for Our Team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2560320" cy="2103120"/>
          </a:xfrm>
          <a:prstGeom prst="rect">
            <a:avLst/>
          </a:prstGeom>
          <a:solidFill>
            <a:srgbClr val="2A35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2468880"/>
            <a:ext cx="256032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606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315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Instructions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copilot-instructions.md and CLAUDE.md to our key repos with project context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2468880"/>
            <a:ext cx="2560320" cy="2103120"/>
          </a:xfrm>
          <a:prstGeom prst="rect">
            <a:avLst/>
          </a:prstGeom>
          <a:solidFill>
            <a:srgbClr val="2A35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2468880"/>
            <a:ext cx="256032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" name="Text 10"/>
          <p:cNvSpPr/>
          <p:nvPr/>
        </p:nvSpPr>
        <p:spPr>
          <a:xfrm>
            <a:off x="3291840" y="2606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4747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Custom Agents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474720" y="34290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specialized subagents for our services, database, and integration patterns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2468880"/>
            <a:ext cx="2560320" cy="2103120"/>
          </a:xfrm>
          <a:prstGeom prst="rect">
            <a:avLst/>
          </a:prstGeom>
          <a:solidFill>
            <a:srgbClr val="2A357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2468880"/>
            <a:ext cx="256032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5"/>
          <p:cNvSpPr/>
          <p:nvPr/>
        </p:nvSpPr>
        <p:spPr>
          <a:xfrm>
            <a:off x="6035040" y="2606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2179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 the Workflow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217920" y="34290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Research → Plan → Implement on the next complex ticket as a pilot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8638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Engineering for AI Coding Agents</dc:title>
  <dc:subject>PptxGenJS Presentation</dc:subject>
  <dc:creator>Jacob</dc:creator>
  <cp:lastModifiedBy>Jacob</cp:lastModifiedBy>
  <cp:revision>1</cp:revision>
  <dcterms:created xsi:type="dcterms:W3CDTF">2026-02-07T07:31:58Z</dcterms:created>
  <dcterms:modified xsi:type="dcterms:W3CDTF">2026-02-07T07:31:58Z</dcterms:modified>
</cp:coreProperties>
</file>