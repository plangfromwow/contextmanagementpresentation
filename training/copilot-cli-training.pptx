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839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9330" y="1263700"/>
            <a:ext cx="486534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CLI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936950" y="2390775"/>
            <a:ext cx="1269950" cy="5075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34276" y="2758976"/>
            <a:ext cx="58754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Installation, Configuration &amp; Best Practices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993952" y="3492401"/>
            <a:ext cx="11792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(Cross-Platform)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66577"/>
            <a:ext cx="3873550" cy="10284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1851" y="1666577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-g @github/copilot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851" y="2065288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Windows, macOS, Linux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1851" y="2461320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Prerelease: </a:t>
            </a: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@github/copilot@prerelease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860030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WinGet (Windows)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950" y="3291780"/>
            <a:ext cx="3873550" cy="23366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1851" y="3291780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winget install GitHub.Copilot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2500" y="1234827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Homebrew (macOS/Linux)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62500" y="1666577"/>
            <a:ext cx="3873550" cy="23366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6401" y="1666577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brew install copilot-cli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2500" y="2065288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62500" y="2497038"/>
            <a:ext cx="3873550" cy="10230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6401" y="2497038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v6+ (Windows)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6401" y="2893070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Copilot subscription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6401" y="3289102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account authentication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53927"/>
            <a:ext cx="3873550" cy="90130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1851" y="1653927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</a:t>
            </a: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your terminal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851" y="1989088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launch shows animated banner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1851" y="2321570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authenticate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656731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Options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950" y="3075831"/>
            <a:ext cx="3873550" cy="112692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1851" y="3075831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Browser-based: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/login command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1851" y="3408313"/>
            <a:ext cx="369204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PAT: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GH_TOKEN or GITHUB_TOKEN env var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1851" y="3971776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requires "Copilot Requests" permission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62500" y="1234827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Commands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62500" y="1653927"/>
            <a:ext cx="3873550" cy="157430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6401" y="1653927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/help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Show all commands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16401" y="1989088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/model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Select AI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16401" y="2324249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Clear history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6401" y="2659410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/init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Initialize repo config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6401" y="2994571"/>
            <a:ext cx="3692042" cy="23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/exit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Exit CLI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2500" y="3329732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2500" y="3748832"/>
            <a:ext cx="3873550" cy="8959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6401" y="3748832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Mention files for context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6401" y="4081314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Cancel / exit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6401" y="4413796"/>
            <a:ext cx="369204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Ctrl+L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Clear screen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 Folder Structure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Copilot CLI Configuration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36353"/>
            <a:ext cx="8128099" cy="1722239"/>
          </a:xfrm>
          <a:prstGeom prst="roundRect">
            <a:avLst>
              <a:gd name="adj" fmla="val 4424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726853"/>
            <a:ext cx="777270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1851" y="1950393"/>
            <a:ext cx="777270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agents/</a:t>
            </a: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 subagents for specialized tasks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851" y="2173932"/>
            <a:ext cx="777270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commands/</a:t>
            </a: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Slash command definitions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1851" y="2397472"/>
            <a:ext cx="777270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prompts/</a:t>
            </a: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Reusable prompt templates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851" y="2621012"/>
            <a:ext cx="777270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skills/</a:t>
            </a: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Extended capabilities (docx, pdf, etc.)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1851" y="2844552"/>
            <a:ext cx="7772704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100" dirty="0">
                <a:solidFill>
                  <a:srgbClr val="F4F6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copilot-instructions.md</a:t>
            </a: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Global workspace instructions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copilot-instructions.md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Workspace Configuration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36353"/>
            <a:ext cx="8290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file is automatically read when Copilot launches in your repository. It defines: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917353"/>
            <a:ext cx="8128099" cy="17526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1851" y="1917353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context</a:t>
            </a: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What the application is and how to run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851" y="2298353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</a:t>
            </a: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Research before planning, document everything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1851" y="2679353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agents</a:t>
            </a: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Which subagents exist and when to use them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851" y="3060353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guidelines</a:t>
            </a: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How to research, plan, and implement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1851" y="3441353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requirements</a:t>
            </a: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Where to save research, plans, handoffs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860453"/>
            <a:ext cx="8128099" cy="463451"/>
          </a:xfrm>
          <a:prstGeom prst="rect">
            <a:avLst/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860453"/>
            <a:ext cx="0" cy="463451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6075" y="3987403"/>
            <a:ext cx="78534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 where you teach Copilot about YOUR codebase and workflows!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agents/ - Custom Subagents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Subagents?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85602"/>
            <a:ext cx="3905250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6550" y="1485602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helpers in separate contexts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6550" y="1820763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main conversation clean and focused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2155924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run in parallel for efficiency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550" y="2491085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for specific task types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826246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Agents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203972"/>
            <a:ext cx="3905250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550" y="3203972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codebase-locator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 WHERE files live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550" y="3539133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codebase-analyzer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Understand HOW code 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550" y="3874294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codebase-pattern-finder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 similar implementations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550" y="4209455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database-query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Query the Finys 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0651" y="110787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Agents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0651" y="1485602"/>
            <a:ext cx="3905399" cy="86588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9251" y="1485602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docs-locator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Find existing documentation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9251" y="182076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docs-analyzer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Extract insights from 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9251" y="215592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web-search-researcher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Research external info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0651" y="2491085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File 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30651" y="2868811"/>
            <a:ext cx="3905399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9251" y="2868811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 with name, description, 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9251" y="3203972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body with instructions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9251" y="353913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responsibilities and guidelines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9251" y="387429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 expectations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commands/ &amp; prompts/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commands/ - Slash Commands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85602"/>
            <a:ext cx="3905250" cy="192851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6550" y="1485602"/>
            <a:ext cx="3750183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/commit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Create git commits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6550" y="1830288"/>
            <a:ext cx="3750183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/create_plan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Start planning workflow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2174974"/>
            <a:ext cx="3750183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/implement_plan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Execute a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550" y="2519660"/>
            <a:ext cx="3750183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/research_codebase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Research a topic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6550" y="2864346"/>
            <a:ext cx="3750183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/create_handoff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Document for resumption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550" y="3209032"/>
            <a:ext cx="3750183" cy="205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/describe_pr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Generate PR 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3553718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Commands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950" y="3931444"/>
            <a:ext cx="3905250" cy="86588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550" y="3931444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command directly in Copilot CLI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550" y="4266605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accept parameters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550" y="4601766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interactive workflows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0651" y="110787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prompts/ - Reusable Templates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30651" y="1485602"/>
            <a:ext cx="3905399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9251" y="1485602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 workflow instructions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9251" y="182076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task execution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9251" y="215592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specify AI model to use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9251" y="2491085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step-by-step processes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0651" y="2826246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Key Prompts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30651" y="3203972"/>
            <a:ext cx="3905399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9251" y="3203972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research_codebase.prompt.md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Thorough research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9251" y="353913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create_plan.prompt.md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Detailed planning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9251" y="387429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implement_plan.prompt.md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Phase execution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9251" y="4209455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create_handoff.prompt.md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Session handoffs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 - Extended Capabilities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Skills?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61802"/>
            <a:ext cx="8290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provide specialized knowledge and tools for specific file types or tasks. They are automatically invoked when relevant.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171402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Skills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561927"/>
            <a:ext cx="677317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663428"/>
            <a:ext cx="328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12218" y="2561927"/>
            <a:ext cx="567333" cy="584002"/>
          </a:xfrm>
          <a:prstGeom prst="roundRect">
            <a:avLst>
              <a:gd name="adj" fmla="val 8954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89918" y="2663428"/>
            <a:ext cx="216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06501" y="2561927"/>
            <a:ext cx="617934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84202" y="2663428"/>
            <a:ext cx="2677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51386" y="2561927"/>
            <a:ext cx="643533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29086" y="2663428"/>
            <a:ext cx="293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1869" y="2561927"/>
            <a:ext cx="1414463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99570" y="2663428"/>
            <a:ext cx="1080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63282" y="2561927"/>
            <a:ext cx="1448395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40982" y="2663428"/>
            <a:ext cx="11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doc-coauthoring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38627" y="2561927"/>
            <a:ext cx="1287066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16328" y="2663428"/>
            <a:ext cx="950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theme-factory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50" y="3272879"/>
            <a:ext cx="1439466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651" y="3374380"/>
            <a:ext cx="11057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slack-gif-creator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74366" y="3272879"/>
            <a:ext cx="1134517" cy="584002"/>
          </a:xfrm>
          <a:prstGeom prst="roundRect">
            <a:avLst>
              <a:gd name="adj" fmla="val 8699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52067" y="3374380"/>
            <a:ext cx="794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950" y="4047381"/>
            <a:ext cx="8128099" cy="463451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1763" y="4047381"/>
            <a:ext cx="0" cy="46345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6075" y="4174331"/>
            <a:ext cx="78534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1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 "create a PDF report" and Copilot automatically uses the pdf skill!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Rot &amp; The 60% Rule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19175"/>
            <a:ext cx="39833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Rot?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339751"/>
            <a:ext cx="398335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conversations grow longer, LLMs struggle to maintain coherence. The context window fills with earlier messages, causing the model to "forget" or hallucinate.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8123" y="1933873"/>
            <a:ext cx="3905250" cy="1464171"/>
          </a:xfrm>
          <a:prstGeom prst="roundRect">
            <a:avLst>
              <a:gd name="adj" fmla="val 5204"/>
            </a:avLst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2811" y="2173728"/>
            <a:ext cx="3555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60% Threshold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2811" y="2485132"/>
            <a:ext cx="3555873" cy="83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1100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context exceeds </a:t>
            </a:r>
            <a:r>
              <a:rPr lang="en-US" sz="3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r>
              <a:rPr lang="en-US" sz="1100" dirty="0">
                <a:solidFill>
                  <a:srgbClr val="641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hallucination rates increase significantly.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30651" y="1019175"/>
            <a:ext cx="398350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30651" y="1339751"/>
            <a:ext cx="3905399" cy="13838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9251" y="1339751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old mistakes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59251" y="1636812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recent changes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9251" y="193387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up file names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9251" y="223093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non-existent 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9251" y="2527995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Contradicting previous statements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Context Rot Happens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Limits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85602"/>
            <a:ext cx="3905250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6550" y="1485602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message, file, and output consumes tokens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6550" y="1820763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conversations accumulate "noise"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2155924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context becomes less accessible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550" y="2491085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attention spreads thin across tokens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826246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Causes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203972"/>
            <a:ext cx="3905250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550" y="3203972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entire large files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repeatedly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550" y="3539133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Verbose command outputs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context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550" y="3874294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debugging sessions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 clearing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550" y="4209455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using subagents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0651" y="110787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of Context Rot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0651" y="1485602"/>
            <a:ext cx="3905399" cy="15362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9251" y="1485602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changes you just made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9251" y="182076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Referencing wrong file names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9251" y="215592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earlier mistakes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9251" y="2491085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code that doesn't exist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9251" y="2826246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Contradicting previous statements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0651" y="316140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30651" y="3539133"/>
            <a:ext cx="3905399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9251" y="353913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implementations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9251" y="387429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time fixing hallucinations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9251" y="4209455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restart conversations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9251" y="4544616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accumulated context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Context Rot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7877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Subagents Liberally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85602"/>
            <a:ext cx="3905250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6550" y="1485602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research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subagents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6550" y="1820763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run in separate contexts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6550" y="2155924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summaries return to main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550" y="2491085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outputs stay contained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826246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Context Actively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203972"/>
            <a:ext cx="3905250" cy="122247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6550" y="3203972"/>
            <a:ext cx="3750183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reset when needed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550" y="3549848"/>
            <a:ext cx="3750183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summarize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550" y="3895725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handoffs before context fills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550" y="4230886"/>
            <a:ext cx="375018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fresh sessions for new tasks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0651" y="1107877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Efficient with Context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0651" y="1485602"/>
            <a:ext cx="3905399" cy="120104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9251" y="1485602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only needed file sections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9251" y="1820763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 verbose command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9251" y="2155924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grep/glob instead of reading whole dirs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9251" y="2491085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findings externally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0651" y="2826246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Usage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30651" y="3203972"/>
            <a:ext cx="3905399" cy="122247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9251" y="3203972"/>
            <a:ext cx="3750335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/context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check token usage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9251" y="3549848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the 60% threshold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59251" y="3885009"/>
            <a:ext cx="37503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handoffs before hitting limits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9251" y="4220170"/>
            <a:ext cx="3750335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/usage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session metrics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5017" y="506611"/>
            <a:ext cx="303381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4050" y="1481138"/>
            <a:ext cx="1015901" cy="5075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22759" y="1785789"/>
            <a:ext cx="3234482" cy="781050"/>
          </a:xfrm>
          <a:prstGeom prst="roundRect">
            <a:avLst>
              <a:gd name="adj" fmla="val 975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46572" y="1785789"/>
            <a:ext cx="0" cy="78105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24285" y="2090589"/>
            <a:ext cx="27326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via npm install -g @github/copilot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1142" y="1785789"/>
            <a:ext cx="3410099" cy="781050"/>
          </a:xfrm>
          <a:prstGeom prst="roundRect">
            <a:avLst>
              <a:gd name="adj" fmla="val 975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4954" y="1785789"/>
            <a:ext cx="0" cy="78105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2668" y="2090589"/>
            <a:ext cx="29117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.github folder for your workflows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7629" y="2820739"/>
            <a:ext cx="2868364" cy="781050"/>
          </a:xfrm>
          <a:prstGeom prst="roundRect">
            <a:avLst>
              <a:gd name="adj" fmla="val 975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531441" y="2820739"/>
            <a:ext cx="0" cy="78105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09155" y="3125539"/>
            <a:ext cx="23591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subagents to manage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9894" y="2820739"/>
            <a:ext cx="3006477" cy="781050"/>
          </a:xfrm>
          <a:prstGeom prst="roundRect">
            <a:avLst>
              <a:gd name="adj" fmla="val 975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53707" y="2820739"/>
            <a:ext cx="0" cy="78105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1420" y="3125539"/>
            <a:ext cx="25000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the 60% context threshold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18098" y="3855690"/>
            <a:ext cx="2907804" cy="781050"/>
          </a:xfrm>
          <a:prstGeom prst="roundRect">
            <a:avLst>
              <a:gd name="adj" fmla="val 9756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41911" y="3855690"/>
            <a:ext cx="0" cy="78105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19624" y="4160490"/>
            <a:ext cx="2399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handoffs before context fills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919</Words>
  <Application>Microsoft Office PowerPoint</Application>
  <PresentationFormat>On-screen Show 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CLI Training</dc:title>
  <dc:subject>Installation, Configuration &amp; Best Practices</dc:subject>
  <dc:creator>Finys Team</dc:creator>
  <cp:lastModifiedBy>Garcia, Jacob</cp:lastModifiedBy>
  <cp:revision>3</cp:revision>
  <dcterms:created xsi:type="dcterms:W3CDTF">2026-02-04T18:48:42Z</dcterms:created>
  <dcterms:modified xsi:type="dcterms:W3CDTF">2026-02-04T18:52:20Z</dcterms:modified>
</cp:coreProperties>
</file>